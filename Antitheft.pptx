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71" r:id="rId3"/>
    <p:sldId id="270" r:id="rId4"/>
    <p:sldId id="272" r:id="rId5"/>
    <p:sldId id="273" r:id="rId6"/>
    <p:sldId id="276" r:id="rId7"/>
    <p:sldId id="274" r:id="rId8"/>
    <p:sldId id="280" r:id="rId9"/>
    <p:sldId id="277" r:id="rId10"/>
    <p:sldId id="281" r:id="rId11"/>
    <p:sldId id="275" r:id="rId12"/>
    <p:sldId id="278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DF483C-A0B2-4AD3-BADC-119451FDCDF6}">
          <p14:sldIdLst>
            <p14:sldId id="264"/>
            <p14:sldId id="271"/>
            <p14:sldId id="270"/>
            <p14:sldId id="272"/>
            <p14:sldId id="273"/>
            <p14:sldId id="276"/>
            <p14:sldId id="274"/>
            <p14:sldId id="280"/>
          </p14:sldIdLst>
        </p14:section>
        <p14:section name="Untitled Section" id="{6592E2D9-CD9E-4534-A561-00D63F71A432}">
          <p14:sldIdLst>
            <p14:sldId id="277"/>
            <p14:sldId id="281"/>
            <p14:sldId id="275"/>
            <p14:sldId id="278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234315" y="1934845"/>
            <a:ext cx="7912735" cy="1362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sz="2400"/>
          </a:p>
        </p:txBody>
      </p:sp>
      <p:sp>
        <p:nvSpPr>
          <p:cNvPr id="3" name="Text Box 2"/>
          <p:cNvSpPr txBox="1"/>
          <p:nvPr/>
        </p:nvSpPr>
        <p:spPr>
          <a:xfrm>
            <a:off x="1141046" y="1606550"/>
            <a:ext cx="8761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gency FB" panose="020B0503020202020204" charset="0"/>
                <a:cs typeface="Agency FB" panose="020B0503020202020204" charset="0"/>
              </a:rPr>
              <a:t>Title: IoT based Anti-Theft floor Mat System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164080" y="2997200"/>
            <a:ext cx="669036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Team:</a:t>
            </a:r>
          </a:p>
          <a:p>
            <a:r>
              <a:rPr lang="en-US" sz="4000" dirty="0"/>
              <a:t>         Navyashree JM</a:t>
            </a:r>
          </a:p>
          <a:p>
            <a:r>
              <a:rPr lang="en-US" sz="4000" dirty="0"/>
              <a:t>         Sakshi</a:t>
            </a:r>
          </a:p>
          <a:p>
            <a:r>
              <a:rPr lang="en-US" sz="4000" dirty="0"/>
              <a:t>         Shubda</a:t>
            </a:r>
          </a:p>
          <a:p>
            <a:r>
              <a:rPr lang="en-US" sz="4000" dirty="0"/>
              <a:t>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3334678" y="1522103"/>
            <a:ext cx="330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750277" y="2610338"/>
            <a:ext cx="8932985" cy="30401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Anti-Theft Floormat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project is a simple and smart security system designed to protect homes and offices from unauthorized entry. It uses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piezoelectric sensors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placed inside a floor mat to detect footsteps. When someone steps on the mat, the sensors sense the pressure and convert it into an electrical signal. This signal is processed by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Raspberry pi microprocessor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which helps identify possible intrusion. The system works quietly in the background and provides an easy, low-cost solution to improve security using modern technology.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2792828" y="1292860"/>
            <a:ext cx="4860192" cy="12315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dirty="0"/>
              <a:t>                                           </a:t>
            </a:r>
            <a:r>
              <a:rPr lang="en-US" altLang="en-US" sz="44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2" name="Text 0"/>
          <p:cNvSpPr/>
          <p:nvPr/>
        </p:nvSpPr>
        <p:spPr>
          <a:xfrm>
            <a:off x="773724" y="2454031"/>
            <a:ext cx="9552012" cy="333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sz="2000" b="1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7" name="Text 2"/>
          <p:cNvSpPr/>
          <p:nvPr/>
        </p:nvSpPr>
        <p:spPr>
          <a:xfrm>
            <a:off x="234315" y="3894455"/>
            <a:ext cx="2879725" cy="108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</a:p>
        </p:txBody>
      </p:sp>
      <p:sp>
        <p:nvSpPr>
          <p:cNvPr id="9" name="Text 4"/>
          <p:cNvSpPr/>
          <p:nvPr/>
        </p:nvSpPr>
        <p:spPr>
          <a:xfrm>
            <a:off x="4773295" y="3894455"/>
            <a:ext cx="2879725" cy="108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0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312910" y="3894455"/>
            <a:ext cx="28797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0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3724" y="2524369"/>
            <a:ext cx="97145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Homes and offices are not fully safe from intruders.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Security systems are costly and hard to use in small places.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is no simple way to detect someone walking on the floor.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Many systems do not give instant alerts.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low-cost system is needed to detect footsteps on a mat.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should alert the user immediately when someone steps on the mat.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IoT helps send alerts in real time and improves safety.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1588135" y="2518800"/>
            <a:ext cx="7912735" cy="36654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project improves security using a smart floor mat.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piezo sensor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detects footsteps on the mat.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Even small pressure can be detected easily.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When someone steps on the mat, a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buzzer rings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email alert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is sent to the user.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potentiometer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is used to adjust the sensitivity.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system is easy to use and low cost.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It helps prevent unauthorized entry.</a:t>
            </a:r>
          </a:p>
          <a:p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71960" y="1514475"/>
            <a:ext cx="4663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3071936" y="1107831"/>
            <a:ext cx="4549091" cy="736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000" b="1" dirty="0">
                <a:latin typeface="Times New Roman" pitchFamily="18" charset="0"/>
                <a:cs typeface="Times New Roman" pitchFamily="18" charset="0"/>
              </a:rPr>
              <a:t>Block Diagram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954014" y="3198445"/>
            <a:ext cx="1546034" cy="1004277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Piezoelectric sensor plates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stCxn id="2" idx="3"/>
          </p:cNvCxnSpPr>
          <p:nvPr/>
        </p:nvCxnSpPr>
        <p:spPr>
          <a:xfrm flipV="1">
            <a:off x="3500048" y="3700583"/>
            <a:ext cx="954721" cy="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61168" y="2446216"/>
            <a:ext cx="1608553" cy="282135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Raspberry Pi 4B Model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063322" y="3198445"/>
            <a:ext cx="111901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039167" y="4478215"/>
            <a:ext cx="111901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58183" y="2633785"/>
            <a:ext cx="1532525" cy="10667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Buzzer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158183" y="3981938"/>
            <a:ext cx="1508370" cy="99255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Potentiometer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2654968" y="1011514"/>
            <a:ext cx="6163715" cy="6488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000" b="1" dirty="0">
                <a:latin typeface="Times New Roman" pitchFamily="18" charset="0"/>
                <a:cs typeface="Times New Roman" pitchFamily="18" charset="0"/>
              </a:rPr>
              <a:t>Flow Chart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CF0183-D12C-7B2A-E05D-59AE3FC09C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85" t="10549" r="8230" b="15324"/>
          <a:stretch>
            <a:fillRect/>
          </a:stretch>
        </p:blipFill>
        <p:spPr>
          <a:xfrm>
            <a:off x="3352800" y="1748589"/>
            <a:ext cx="4772526" cy="453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757946" y="1698625"/>
            <a:ext cx="7912735" cy="1362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dirty="0">
                <a:latin typeface="Times New Roman" pitchFamily="18" charset="0"/>
                <a:cs typeface="Times New Roman" pitchFamily="18" charset="0"/>
              </a:rPr>
              <a:t>Circuit Diagram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36830" y="1865665"/>
            <a:ext cx="3302172" cy="4790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B0207-BFD4-A367-8C87-B48CFF92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DE4E952E-0C76-867A-6C4C-383F10BE85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3C43E522-58FB-93CE-5BB4-8BCC4AD141AA}"/>
              </a:ext>
            </a:extLst>
          </p:cNvPr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DC5419D4-2B98-BF22-B459-10B540C98D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>
            <a:extLst>
              <a:ext uri="{FF2B5EF4-FFF2-40B4-BE49-F238E27FC236}">
                <a16:creationId xmlns:a16="http://schemas.microsoft.com/office/drawing/2014/main" id="{8B7739FB-037F-3E4D-E3AA-C9FFC5A71D14}"/>
              </a:ext>
            </a:extLst>
          </p:cNvPr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D195925C-0086-6708-DA9C-774D7A2D61C5}"/>
              </a:ext>
            </a:extLst>
          </p:cNvPr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>
            <a:extLst>
              <a:ext uri="{FF2B5EF4-FFF2-40B4-BE49-F238E27FC236}">
                <a16:creationId xmlns:a16="http://schemas.microsoft.com/office/drawing/2014/main" id="{EAB5705D-AC41-35C4-A2DE-C1339B83F9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>
            <a:extLst>
              <a:ext uri="{FF2B5EF4-FFF2-40B4-BE49-F238E27FC236}">
                <a16:creationId xmlns:a16="http://schemas.microsoft.com/office/drawing/2014/main" id="{47D083B7-517C-DB33-65C5-D91B999ACCB4}"/>
              </a:ext>
            </a:extLst>
          </p:cNvPr>
          <p:cNvSpPr txBox="1"/>
          <p:nvPr/>
        </p:nvSpPr>
        <p:spPr>
          <a:xfrm>
            <a:off x="1703754" y="1082382"/>
            <a:ext cx="6116002" cy="8641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0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altLang="en-US" sz="4000" b="1" dirty="0">
                <a:latin typeface="Times New Roman" pitchFamily="18" charset="0"/>
                <a:cs typeface="Times New Roman" pitchFamily="18" charset="0"/>
              </a:rPr>
              <a:t>pplications</a:t>
            </a:r>
            <a:endParaRPr lang="en-US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0C956D5-54B1-41C9-63CE-733F45A75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1826" y="1832512"/>
            <a:ext cx="10482550" cy="43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Kept near doors or windows. If someone enters without permission, the buzzer will sound.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Shops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shops to stop theft. When someone steps into a restricted area, the buzzer turns ON.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Banks and ATM rooms: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Placed near lockers or ATM cabins to catch intruders, especially at night.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Jewelry shops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protect gold and valuables by giving an alert when someone steps inside.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near important rooms like server rooms to stop unknown people from entering.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Godowns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protect stored goods from stealing.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near medicine stores or lab rooms to avoid unauthorized entry.</a:t>
            </a:r>
          </a:p>
        </p:txBody>
      </p:sp>
    </p:spTree>
    <p:extLst>
      <p:ext uri="{BB962C8B-B14F-4D97-AF65-F5344CB8AC3E}">
        <p14:creationId xmlns:p14="http://schemas.microsoft.com/office/powerpoint/2010/main" val="37576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1469516" y="1251219"/>
            <a:ext cx="7912735" cy="681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latin typeface="Times New Roman" pitchFamily="18" charset="0"/>
                <a:cs typeface="Times New Roman" pitchFamily="18" charset="0"/>
              </a:rPr>
              <a:t>Tools and Technology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6531" y="2143879"/>
            <a:ext cx="3913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1257A3-CE2C-BCD5-1F63-9CDF94C37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667099"/>
            <a:ext cx="10515600" cy="342255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Raspberry Pi OS: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OS is the operating system used in the Raspberry Pi.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the Raspberry Pi to start, run programs, and control hardware components like sensors and buzzer. All the coding and system control is done using Raspberry Pi OS.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PuTTY: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PuTTY is a software tool used to connect a computer to the Raspberry Pi.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allows us to access the Raspberry Pi remotely using SSH.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PuTTY, we can write and run programs and check the output without connecting a monitor or keyboard to the Raspberry Pi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634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BCB00-4D78-A52E-02B0-E614D2EF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89780D99-61CB-525B-0063-CE94DD4A6B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0C15E453-1BD5-2307-9A6E-CA0723CACC92}"/>
              </a:ext>
            </a:extLst>
          </p:cNvPr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24C00AB5-541A-9651-C911-44CD686884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>
            <a:extLst>
              <a:ext uri="{FF2B5EF4-FFF2-40B4-BE49-F238E27FC236}">
                <a16:creationId xmlns:a16="http://schemas.microsoft.com/office/drawing/2014/main" id="{57D914C9-8A84-FE0B-49CF-A3721AFC7AF7}"/>
              </a:ext>
            </a:extLst>
          </p:cNvPr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E0D8F292-99CA-FE75-08AB-7ED39ACA0627}"/>
              </a:ext>
            </a:extLst>
          </p:cNvPr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>
            <a:extLst>
              <a:ext uri="{FF2B5EF4-FFF2-40B4-BE49-F238E27FC236}">
                <a16:creationId xmlns:a16="http://schemas.microsoft.com/office/drawing/2014/main" id="{9FB0CAFB-20E0-FF6E-5EA5-76947F476C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368D21-0F17-9B10-9687-32C92E546231}"/>
              </a:ext>
            </a:extLst>
          </p:cNvPr>
          <p:cNvSpPr txBox="1"/>
          <p:nvPr/>
        </p:nvSpPr>
        <p:spPr>
          <a:xfrm>
            <a:off x="542319" y="1805325"/>
            <a:ext cx="390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EEF707-1E22-EC39-C72E-A75928FDC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3983"/>
            <a:ext cx="10515600" cy="3685667"/>
          </a:xfrm>
        </p:spPr>
        <p:txBody>
          <a:bodyPr>
            <a:normAutofit fontScale="77500" lnSpcReduction="20000"/>
          </a:bodyPr>
          <a:lstStyle/>
          <a:p>
            <a:r>
              <a:rPr lang="en-US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Potentiometer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potentiometer is a variable resistor.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Resistance value can be changed by rotating it.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adjust and test the input level of the system.</a:t>
            </a:r>
          </a:p>
          <a:p>
            <a:r>
              <a:rPr lang="en-US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Piezoelectric Plate Sensor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detect pressure or vibration.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a small electrical signal when force is applied.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the system detect unauthorized entry.</a:t>
            </a:r>
          </a:p>
          <a:p>
            <a:r>
              <a:rPr lang="en-US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Buzzer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buzzer is an output device.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 sound when activated.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alert people during intrusion.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49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946467" y="1292860"/>
            <a:ext cx="7912735" cy="8865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000" dirty="0">
                <a:latin typeface="Times New Roman" pitchFamily="18" charset="0"/>
                <a:cs typeface="Times New Roman" pitchFamily="18" charset="0"/>
              </a:rPr>
              <a:t>Future Scope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69515" y="2179369"/>
            <a:ext cx="781516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can be connected to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mobile app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easy monitoring.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SMS or call alerts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can be added along with email notifications.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camera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can be added to capture the intruder’s image.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can be improved to detect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multiple footsteps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can be used in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homes, offices, banks, and shops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Battery backup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can be added for power failure situations.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Integration with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smart home systems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can make it more advanced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/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/>
          <p:cNvSpPr txBox="1"/>
          <p:nvPr/>
        </p:nvSpPr>
        <p:spPr>
          <a:xfrm>
            <a:off x="2104867" y="1292860"/>
            <a:ext cx="6116002" cy="7364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Results</a:t>
            </a:r>
            <a:endParaRPr lang="en-US" altLang="en-US" sz="4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50E4B69-2DFD-CA77-F958-FD48FD28F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6303" y="2250941"/>
            <a:ext cx="10206493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anti-theft floor mat system was designed and tested successfully.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piezoelectric plate sensor detects pressure when someone steps on the floor mat.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potentiometer is used to adjust and test the input sensitivity of the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Raspberry Pi processes the pressure signal correctly.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pressure is detected, the buzzer is activated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same time, an email alert is sent with the message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“Pressure detected on the floor mat.”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works without using a camera.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simple and low-cost security solution.</a:t>
            </a:r>
          </a:p>
        </p:txBody>
      </p:sp>
    </p:spTree>
    <p:extLst>
      <p:ext uri="{BB962C8B-B14F-4D97-AF65-F5344CB8AC3E}">
        <p14:creationId xmlns:p14="http://schemas.microsoft.com/office/powerpoint/2010/main" val="1574951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23065-E0C8-51E2-905D-F7EDC37D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F49B4AEE-ACC2-60F9-0776-697A27412B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997200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D3707F43-C1FC-8D1B-6DBD-D50DE1C4ADA1}"/>
              </a:ext>
            </a:extLst>
          </p:cNvPr>
          <p:cNvSpPr/>
          <p:nvPr/>
        </p:nvSpPr>
        <p:spPr>
          <a:xfrm flipV="1">
            <a:off x="449580" y="6358890"/>
            <a:ext cx="11179175" cy="7620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459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ECF394BA-38EF-EAEA-853A-AC58E2AA82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5970" cy="160782"/>
          </a:xfrm>
          <a:prstGeom prst="rect">
            <a:avLst/>
          </a:prstGeom>
        </p:spPr>
      </p:pic>
      <p:sp>
        <p:nvSpPr>
          <p:cNvPr id="13" name="Text Box 12">
            <a:extLst>
              <a:ext uri="{FF2B5EF4-FFF2-40B4-BE49-F238E27FC236}">
                <a16:creationId xmlns:a16="http://schemas.microsoft.com/office/drawing/2014/main" id="{2084326E-BE42-F264-F44F-B64FF43CE139}"/>
              </a:ext>
            </a:extLst>
          </p:cNvPr>
          <p:cNvSpPr txBox="1"/>
          <p:nvPr/>
        </p:nvSpPr>
        <p:spPr>
          <a:xfrm>
            <a:off x="1341755" y="1514475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9B101F2F-5E09-51D3-0E7A-AC411393E2EA}"/>
              </a:ext>
            </a:extLst>
          </p:cNvPr>
          <p:cNvSpPr/>
          <p:nvPr/>
        </p:nvSpPr>
        <p:spPr>
          <a:xfrm>
            <a:off x="304800" y="449580"/>
            <a:ext cx="1283335" cy="198120"/>
          </a:xfrm>
          <a:custGeom>
            <a:avLst/>
            <a:gdLst/>
            <a:ahLst/>
            <a:cxnLst/>
            <a:rect l="l" t="t" r="r" b="b"/>
            <a:pathLst>
              <a:path w="1283335" h="198120">
                <a:moveTo>
                  <a:pt x="48882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593" y="170366"/>
                </a:lnTo>
                <a:lnTo>
                  <a:pt x="20462" y="186785"/>
                </a:lnTo>
                <a:lnTo>
                  <a:pt x="41737" y="195536"/>
                </a:lnTo>
                <a:lnTo>
                  <a:pt x="66548" y="198120"/>
                </a:lnTo>
                <a:lnTo>
                  <a:pt x="90003" y="195871"/>
                </a:lnTo>
                <a:lnTo>
                  <a:pt x="109758" y="188610"/>
                </a:lnTo>
                <a:lnTo>
                  <a:pt x="124099" y="175563"/>
                </a:lnTo>
                <a:lnTo>
                  <a:pt x="128045" y="164846"/>
                </a:lnTo>
                <a:lnTo>
                  <a:pt x="55943" y="164846"/>
                </a:lnTo>
                <a:lnTo>
                  <a:pt x="49466" y="158369"/>
                </a:lnTo>
                <a:lnTo>
                  <a:pt x="49349" y="144780"/>
                </a:lnTo>
                <a:lnTo>
                  <a:pt x="48882" y="130556"/>
                </a:lnTo>
                <a:close/>
              </a:path>
              <a:path w="1283335" h="198120">
                <a:moveTo>
                  <a:pt x="65951" y="0"/>
                </a:moveTo>
                <a:lnTo>
                  <a:pt x="23772" y="9429"/>
                </a:lnTo>
                <a:lnTo>
                  <a:pt x="2349" y="41529"/>
                </a:lnTo>
                <a:lnTo>
                  <a:pt x="584" y="49784"/>
                </a:lnTo>
                <a:lnTo>
                  <a:pt x="584" y="56896"/>
                </a:lnTo>
                <a:lnTo>
                  <a:pt x="2349" y="66421"/>
                </a:lnTo>
                <a:lnTo>
                  <a:pt x="17398" y="90144"/>
                </a:lnTo>
                <a:lnTo>
                  <a:pt x="43210" y="107711"/>
                </a:lnTo>
                <a:lnTo>
                  <a:pt x="69352" y="122731"/>
                </a:lnTo>
                <a:lnTo>
                  <a:pt x="85394" y="138811"/>
                </a:lnTo>
                <a:lnTo>
                  <a:pt x="87160" y="143002"/>
                </a:lnTo>
                <a:lnTo>
                  <a:pt x="86615" y="148336"/>
                </a:lnTo>
                <a:lnTo>
                  <a:pt x="86563" y="148844"/>
                </a:lnTo>
                <a:lnTo>
                  <a:pt x="85394" y="152400"/>
                </a:lnTo>
                <a:lnTo>
                  <a:pt x="84213" y="158369"/>
                </a:lnTo>
                <a:lnTo>
                  <a:pt x="80086" y="164846"/>
                </a:lnTo>
                <a:lnTo>
                  <a:pt x="128045" y="164846"/>
                </a:lnTo>
                <a:lnTo>
                  <a:pt x="131318" y="155956"/>
                </a:lnTo>
                <a:lnTo>
                  <a:pt x="132398" y="144982"/>
                </a:lnTo>
                <a:lnTo>
                  <a:pt x="132427" y="136175"/>
                </a:lnTo>
                <a:lnTo>
                  <a:pt x="131971" y="130556"/>
                </a:lnTo>
                <a:lnTo>
                  <a:pt x="89219" y="83185"/>
                </a:lnTo>
                <a:lnTo>
                  <a:pt x="62921" y="68687"/>
                </a:lnTo>
                <a:lnTo>
                  <a:pt x="48882" y="53975"/>
                </a:lnTo>
                <a:lnTo>
                  <a:pt x="47701" y="49784"/>
                </a:lnTo>
                <a:lnTo>
                  <a:pt x="48181" y="46862"/>
                </a:lnTo>
                <a:lnTo>
                  <a:pt x="48285" y="43942"/>
                </a:lnTo>
                <a:lnTo>
                  <a:pt x="49340" y="38608"/>
                </a:lnTo>
                <a:lnTo>
                  <a:pt x="49466" y="37973"/>
                </a:lnTo>
                <a:lnTo>
                  <a:pt x="53593" y="31496"/>
                </a:lnTo>
                <a:lnTo>
                  <a:pt x="124529" y="31496"/>
                </a:lnTo>
                <a:lnTo>
                  <a:pt x="122274" y="22502"/>
                </a:lnTo>
                <a:lnTo>
                  <a:pt x="106887" y="8286"/>
                </a:lnTo>
                <a:lnTo>
                  <a:pt x="86641" y="1643"/>
                </a:lnTo>
                <a:lnTo>
                  <a:pt x="65951" y="0"/>
                </a:lnTo>
                <a:close/>
              </a:path>
              <a:path w="1283335" h="198120">
                <a:moveTo>
                  <a:pt x="124529" y="31496"/>
                </a:moveTo>
                <a:lnTo>
                  <a:pt x="75971" y="31496"/>
                </a:lnTo>
                <a:lnTo>
                  <a:pt x="82448" y="38608"/>
                </a:lnTo>
                <a:lnTo>
                  <a:pt x="82448" y="59944"/>
                </a:lnTo>
                <a:lnTo>
                  <a:pt x="128384" y="59944"/>
                </a:lnTo>
                <a:lnTo>
                  <a:pt x="128384" y="46862"/>
                </a:lnTo>
                <a:lnTo>
                  <a:pt x="124529" y="31496"/>
                </a:lnTo>
                <a:close/>
              </a:path>
              <a:path w="1283335" h="198120">
                <a:moveTo>
                  <a:pt x="646023" y="129921"/>
                </a:moveTo>
                <a:lnTo>
                  <a:pt x="597141" y="129921"/>
                </a:lnTo>
                <a:lnTo>
                  <a:pt x="597227" y="144545"/>
                </a:lnTo>
                <a:lnTo>
                  <a:pt x="602643" y="169652"/>
                </a:lnTo>
                <a:lnTo>
                  <a:pt x="617310" y="185896"/>
                </a:lnTo>
                <a:lnTo>
                  <a:pt x="638380" y="194472"/>
                </a:lnTo>
                <a:lnTo>
                  <a:pt x="663092" y="196977"/>
                </a:lnTo>
                <a:lnTo>
                  <a:pt x="686457" y="194738"/>
                </a:lnTo>
                <a:lnTo>
                  <a:pt x="706012" y="187547"/>
                </a:lnTo>
                <a:lnTo>
                  <a:pt x="720156" y="174688"/>
                </a:lnTo>
                <a:lnTo>
                  <a:pt x="723994" y="164337"/>
                </a:lnTo>
                <a:lnTo>
                  <a:pt x="652500" y="164337"/>
                </a:lnTo>
                <a:lnTo>
                  <a:pt x="646023" y="157734"/>
                </a:lnTo>
                <a:lnTo>
                  <a:pt x="646023" y="129921"/>
                </a:lnTo>
                <a:close/>
              </a:path>
              <a:path w="1283335" h="198120">
                <a:moveTo>
                  <a:pt x="662508" y="1143"/>
                </a:moveTo>
                <a:lnTo>
                  <a:pt x="620553" y="10271"/>
                </a:lnTo>
                <a:lnTo>
                  <a:pt x="598906" y="42164"/>
                </a:lnTo>
                <a:lnTo>
                  <a:pt x="597725" y="49784"/>
                </a:lnTo>
                <a:lnTo>
                  <a:pt x="597725" y="57531"/>
                </a:lnTo>
                <a:lnTo>
                  <a:pt x="599503" y="66421"/>
                </a:lnTo>
                <a:lnTo>
                  <a:pt x="614444" y="90044"/>
                </a:lnTo>
                <a:lnTo>
                  <a:pt x="639986" y="107394"/>
                </a:lnTo>
                <a:lnTo>
                  <a:pt x="665749" y="122195"/>
                </a:lnTo>
                <a:lnTo>
                  <a:pt x="681355" y="138175"/>
                </a:lnTo>
                <a:lnTo>
                  <a:pt x="683120" y="143002"/>
                </a:lnTo>
                <a:lnTo>
                  <a:pt x="682536" y="148336"/>
                </a:lnTo>
                <a:lnTo>
                  <a:pt x="681939" y="151892"/>
                </a:lnTo>
                <a:lnTo>
                  <a:pt x="680173" y="158369"/>
                </a:lnTo>
                <a:lnTo>
                  <a:pt x="676059" y="164337"/>
                </a:lnTo>
                <a:lnTo>
                  <a:pt x="723994" y="164337"/>
                </a:lnTo>
                <a:lnTo>
                  <a:pt x="727290" y="155448"/>
                </a:lnTo>
                <a:lnTo>
                  <a:pt x="728108" y="144545"/>
                </a:lnTo>
                <a:lnTo>
                  <a:pt x="728097" y="135858"/>
                </a:lnTo>
                <a:lnTo>
                  <a:pt x="727578" y="129921"/>
                </a:lnTo>
                <a:lnTo>
                  <a:pt x="727533" y="129409"/>
                </a:lnTo>
                <a:lnTo>
                  <a:pt x="726694" y="125222"/>
                </a:lnTo>
                <a:lnTo>
                  <a:pt x="711517" y="101070"/>
                </a:lnTo>
                <a:lnTo>
                  <a:pt x="685184" y="83359"/>
                </a:lnTo>
                <a:lnTo>
                  <a:pt x="659289" y="68768"/>
                </a:lnTo>
                <a:lnTo>
                  <a:pt x="645426" y="53975"/>
                </a:lnTo>
                <a:lnTo>
                  <a:pt x="644258" y="50419"/>
                </a:lnTo>
                <a:lnTo>
                  <a:pt x="644738" y="47498"/>
                </a:lnTo>
                <a:lnTo>
                  <a:pt x="644842" y="46862"/>
                </a:lnTo>
                <a:lnTo>
                  <a:pt x="645426" y="44450"/>
                </a:lnTo>
                <a:lnTo>
                  <a:pt x="646505" y="39116"/>
                </a:lnTo>
                <a:lnTo>
                  <a:pt x="646607" y="38608"/>
                </a:lnTo>
                <a:lnTo>
                  <a:pt x="650138" y="32004"/>
                </a:lnTo>
                <a:lnTo>
                  <a:pt x="719935" y="32004"/>
                </a:lnTo>
                <a:lnTo>
                  <a:pt x="717832" y="23485"/>
                </a:lnTo>
                <a:lnTo>
                  <a:pt x="702849" y="9413"/>
                </a:lnTo>
                <a:lnTo>
                  <a:pt x="683008" y="2795"/>
                </a:lnTo>
                <a:lnTo>
                  <a:pt x="662508" y="1143"/>
                </a:lnTo>
                <a:close/>
              </a:path>
              <a:path w="1283335" h="198120">
                <a:moveTo>
                  <a:pt x="719935" y="32004"/>
                </a:moveTo>
                <a:lnTo>
                  <a:pt x="672515" y="32004"/>
                </a:lnTo>
                <a:lnTo>
                  <a:pt x="678408" y="39116"/>
                </a:lnTo>
                <a:lnTo>
                  <a:pt x="678408" y="60452"/>
                </a:lnTo>
                <a:lnTo>
                  <a:pt x="723760" y="60452"/>
                </a:lnTo>
                <a:lnTo>
                  <a:pt x="723760" y="47498"/>
                </a:lnTo>
                <a:lnTo>
                  <a:pt x="719935" y="32004"/>
                </a:lnTo>
                <a:close/>
              </a:path>
              <a:path w="1283335" h="198120">
                <a:moveTo>
                  <a:pt x="1018794" y="5969"/>
                </a:moveTo>
                <a:lnTo>
                  <a:pt x="950468" y="5969"/>
                </a:lnTo>
                <a:lnTo>
                  <a:pt x="950468" y="189230"/>
                </a:lnTo>
                <a:lnTo>
                  <a:pt x="995807" y="189230"/>
                </a:lnTo>
                <a:lnTo>
                  <a:pt x="992931" y="37961"/>
                </a:lnTo>
                <a:lnTo>
                  <a:pt x="992886" y="35560"/>
                </a:lnTo>
                <a:lnTo>
                  <a:pt x="1027327" y="35560"/>
                </a:lnTo>
                <a:lnTo>
                  <a:pt x="1018794" y="5969"/>
                </a:lnTo>
                <a:close/>
              </a:path>
              <a:path w="1283335" h="198120">
                <a:moveTo>
                  <a:pt x="1027327" y="35560"/>
                </a:moveTo>
                <a:lnTo>
                  <a:pt x="992886" y="35560"/>
                </a:lnTo>
                <a:lnTo>
                  <a:pt x="1039368" y="189230"/>
                </a:lnTo>
                <a:lnTo>
                  <a:pt x="1104773" y="189230"/>
                </a:lnTo>
                <a:lnTo>
                  <a:pt x="1104773" y="154812"/>
                </a:lnTo>
                <a:lnTo>
                  <a:pt x="1061720" y="154812"/>
                </a:lnTo>
                <a:lnTo>
                  <a:pt x="1027327" y="35560"/>
                </a:lnTo>
                <a:close/>
              </a:path>
              <a:path w="1283335" h="198120">
                <a:moveTo>
                  <a:pt x="1104773" y="5969"/>
                </a:moveTo>
                <a:lnTo>
                  <a:pt x="1059433" y="5969"/>
                </a:lnTo>
                <a:lnTo>
                  <a:pt x="1061720" y="154812"/>
                </a:lnTo>
                <a:lnTo>
                  <a:pt x="1104773" y="154812"/>
                </a:lnTo>
                <a:lnTo>
                  <a:pt x="1104773" y="5969"/>
                </a:lnTo>
                <a:close/>
              </a:path>
              <a:path w="1283335" h="198120">
                <a:moveTo>
                  <a:pt x="277964" y="5969"/>
                </a:moveTo>
                <a:lnTo>
                  <a:pt x="196100" y="5969"/>
                </a:lnTo>
                <a:lnTo>
                  <a:pt x="162534" y="191008"/>
                </a:lnTo>
                <a:lnTo>
                  <a:pt x="212001" y="191008"/>
                </a:lnTo>
                <a:lnTo>
                  <a:pt x="237324" y="19558"/>
                </a:lnTo>
                <a:lnTo>
                  <a:pt x="280429" y="19558"/>
                </a:lnTo>
                <a:lnTo>
                  <a:pt x="277964" y="5969"/>
                </a:lnTo>
                <a:close/>
              </a:path>
              <a:path w="1283335" h="198120">
                <a:moveTo>
                  <a:pt x="280429" y="19558"/>
                </a:moveTo>
                <a:lnTo>
                  <a:pt x="237324" y="19558"/>
                </a:lnTo>
                <a:lnTo>
                  <a:pt x="262648" y="191008"/>
                </a:lnTo>
                <a:lnTo>
                  <a:pt x="311531" y="191008"/>
                </a:lnTo>
                <a:lnTo>
                  <a:pt x="280429" y="19558"/>
                </a:lnTo>
                <a:close/>
              </a:path>
              <a:path w="1283335" h="198120">
                <a:moveTo>
                  <a:pt x="426948" y="5969"/>
                </a:moveTo>
                <a:lnTo>
                  <a:pt x="352158" y="5969"/>
                </a:lnTo>
                <a:lnTo>
                  <a:pt x="348682" y="188116"/>
                </a:lnTo>
                <a:lnTo>
                  <a:pt x="348627" y="191008"/>
                </a:lnTo>
                <a:lnTo>
                  <a:pt x="393966" y="191008"/>
                </a:lnTo>
                <a:lnTo>
                  <a:pt x="395129" y="22236"/>
                </a:lnTo>
                <a:lnTo>
                  <a:pt x="395147" y="19558"/>
                </a:lnTo>
                <a:lnTo>
                  <a:pt x="429161" y="19558"/>
                </a:lnTo>
                <a:lnTo>
                  <a:pt x="426948" y="5969"/>
                </a:lnTo>
                <a:close/>
              </a:path>
              <a:path w="1283335" h="198120">
                <a:moveTo>
                  <a:pt x="429161" y="19558"/>
                </a:moveTo>
                <a:lnTo>
                  <a:pt x="395147" y="19558"/>
                </a:lnTo>
                <a:lnTo>
                  <a:pt x="426948" y="191008"/>
                </a:lnTo>
                <a:lnTo>
                  <a:pt x="473468" y="191008"/>
                </a:lnTo>
                <a:lnTo>
                  <a:pt x="480959" y="150622"/>
                </a:lnTo>
                <a:lnTo>
                  <a:pt x="450507" y="150622"/>
                </a:lnTo>
                <a:lnTo>
                  <a:pt x="429161" y="19558"/>
                </a:lnTo>
                <a:close/>
              </a:path>
              <a:path w="1283335" h="198120">
                <a:moveTo>
                  <a:pt x="548562" y="19558"/>
                </a:moveTo>
                <a:lnTo>
                  <a:pt x="505269" y="19558"/>
                </a:lnTo>
                <a:lnTo>
                  <a:pt x="506430" y="188116"/>
                </a:lnTo>
                <a:lnTo>
                  <a:pt x="506450" y="191008"/>
                </a:lnTo>
                <a:lnTo>
                  <a:pt x="552386" y="191008"/>
                </a:lnTo>
                <a:lnTo>
                  <a:pt x="548621" y="22236"/>
                </a:lnTo>
                <a:lnTo>
                  <a:pt x="548562" y="19558"/>
                </a:lnTo>
                <a:close/>
              </a:path>
              <a:path w="1283335" h="198120">
                <a:moveTo>
                  <a:pt x="548258" y="5969"/>
                </a:moveTo>
                <a:lnTo>
                  <a:pt x="473468" y="5969"/>
                </a:lnTo>
                <a:lnTo>
                  <a:pt x="450507" y="150622"/>
                </a:lnTo>
                <a:lnTo>
                  <a:pt x="480959" y="150622"/>
                </a:lnTo>
                <a:lnTo>
                  <a:pt x="505269" y="19558"/>
                </a:lnTo>
                <a:lnTo>
                  <a:pt x="548562" y="19558"/>
                </a:lnTo>
                <a:lnTo>
                  <a:pt x="548323" y="8860"/>
                </a:lnTo>
                <a:lnTo>
                  <a:pt x="548258" y="5969"/>
                </a:lnTo>
                <a:close/>
              </a:path>
              <a:path w="1283335" h="198120">
                <a:moveTo>
                  <a:pt x="817384" y="5969"/>
                </a:moveTo>
                <a:lnTo>
                  <a:pt x="770864" y="5969"/>
                </a:lnTo>
                <a:lnTo>
                  <a:pt x="770864" y="148844"/>
                </a:lnTo>
                <a:lnTo>
                  <a:pt x="771461" y="150622"/>
                </a:lnTo>
                <a:lnTo>
                  <a:pt x="777914" y="172285"/>
                </a:lnTo>
                <a:lnTo>
                  <a:pt x="791765" y="186388"/>
                </a:lnTo>
                <a:lnTo>
                  <a:pt x="811355" y="194038"/>
                </a:lnTo>
                <a:lnTo>
                  <a:pt x="835025" y="196342"/>
                </a:lnTo>
                <a:lnTo>
                  <a:pt x="859049" y="194038"/>
                </a:lnTo>
                <a:lnTo>
                  <a:pt x="878824" y="186388"/>
                </a:lnTo>
                <a:lnTo>
                  <a:pt x="892764" y="172285"/>
                </a:lnTo>
                <a:lnTo>
                  <a:pt x="895539" y="163068"/>
                </a:lnTo>
                <a:lnTo>
                  <a:pt x="822706" y="163068"/>
                </a:lnTo>
                <a:lnTo>
                  <a:pt x="818565" y="154178"/>
                </a:lnTo>
                <a:lnTo>
                  <a:pt x="818054" y="150622"/>
                </a:lnTo>
                <a:lnTo>
                  <a:pt x="817981" y="150114"/>
                </a:lnTo>
                <a:lnTo>
                  <a:pt x="817384" y="147700"/>
                </a:lnTo>
                <a:lnTo>
                  <a:pt x="817384" y="5969"/>
                </a:lnTo>
                <a:close/>
              </a:path>
              <a:path w="1283335" h="198120">
                <a:moveTo>
                  <a:pt x="899794" y="5969"/>
                </a:moveTo>
                <a:lnTo>
                  <a:pt x="853313" y="5969"/>
                </a:lnTo>
                <a:lnTo>
                  <a:pt x="853313" y="147700"/>
                </a:lnTo>
                <a:lnTo>
                  <a:pt x="852678" y="150114"/>
                </a:lnTo>
                <a:lnTo>
                  <a:pt x="852169" y="154178"/>
                </a:lnTo>
                <a:lnTo>
                  <a:pt x="847979" y="163068"/>
                </a:lnTo>
                <a:lnTo>
                  <a:pt x="895539" y="163068"/>
                </a:lnTo>
                <a:lnTo>
                  <a:pt x="899287" y="150622"/>
                </a:lnTo>
                <a:lnTo>
                  <a:pt x="899794" y="148844"/>
                </a:lnTo>
                <a:lnTo>
                  <a:pt x="899794" y="5969"/>
                </a:lnTo>
                <a:close/>
              </a:path>
              <a:path w="1283335" h="198120">
                <a:moveTo>
                  <a:pt x="1217802" y="1143"/>
                </a:moveTo>
                <a:lnTo>
                  <a:pt x="1175115" y="11096"/>
                </a:lnTo>
                <a:lnTo>
                  <a:pt x="1153668" y="46862"/>
                </a:lnTo>
                <a:lnTo>
                  <a:pt x="1153033" y="49784"/>
                </a:lnTo>
                <a:lnTo>
                  <a:pt x="1153033" y="143002"/>
                </a:lnTo>
                <a:lnTo>
                  <a:pt x="1174686" y="184419"/>
                </a:lnTo>
                <a:lnTo>
                  <a:pt x="1217802" y="194564"/>
                </a:lnTo>
                <a:lnTo>
                  <a:pt x="1241442" y="192188"/>
                </a:lnTo>
                <a:lnTo>
                  <a:pt x="1261475" y="184419"/>
                </a:lnTo>
                <a:lnTo>
                  <a:pt x="1275863" y="170293"/>
                </a:lnTo>
                <a:lnTo>
                  <a:pt x="1278679" y="161290"/>
                </a:lnTo>
                <a:lnTo>
                  <a:pt x="1204340" y="161290"/>
                </a:lnTo>
                <a:lnTo>
                  <a:pt x="1200150" y="153035"/>
                </a:lnTo>
                <a:lnTo>
                  <a:pt x="1199007" y="147700"/>
                </a:lnTo>
                <a:lnTo>
                  <a:pt x="1199007" y="145923"/>
                </a:lnTo>
                <a:lnTo>
                  <a:pt x="1198371" y="143002"/>
                </a:lnTo>
                <a:lnTo>
                  <a:pt x="1198482" y="52832"/>
                </a:lnTo>
                <a:lnTo>
                  <a:pt x="1199642" y="47498"/>
                </a:lnTo>
                <a:lnTo>
                  <a:pt x="1200073" y="43942"/>
                </a:lnTo>
                <a:lnTo>
                  <a:pt x="1200150" y="43307"/>
                </a:lnTo>
                <a:lnTo>
                  <a:pt x="1204340" y="34417"/>
                </a:lnTo>
                <a:lnTo>
                  <a:pt x="1278643" y="34417"/>
                </a:lnTo>
                <a:lnTo>
                  <a:pt x="1275734" y="25199"/>
                </a:lnTo>
                <a:lnTo>
                  <a:pt x="1275649" y="24931"/>
                </a:lnTo>
                <a:lnTo>
                  <a:pt x="1261284" y="10858"/>
                </a:lnTo>
                <a:lnTo>
                  <a:pt x="1241608" y="3446"/>
                </a:lnTo>
                <a:lnTo>
                  <a:pt x="1242321" y="3446"/>
                </a:lnTo>
                <a:lnTo>
                  <a:pt x="1217802" y="1143"/>
                </a:lnTo>
                <a:close/>
              </a:path>
              <a:path w="1283335" h="198120">
                <a:moveTo>
                  <a:pt x="1283208" y="87249"/>
                </a:moveTo>
                <a:lnTo>
                  <a:pt x="1218438" y="87249"/>
                </a:lnTo>
                <a:lnTo>
                  <a:pt x="1218438" y="113919"/>
                </a:lnTo>
                <a:lnTo>
                  <a:pt x="1237233" y="113919"/>
                </a:lnTo>
                <a:lnTo>
                  <a:pt x="1237233" y="145923"/>
                </a:lnTo>
                <a:lnTo>
                  <a:pt x="1236726" y="147700"/>
                </a:lnTo>
                <a:lnTo>
                  <a:pt x="1236090" y="153035"/>
                </a:lnTo>
                <a:lnTo>
                  <a:pt x="1231392" y="161290"/>
                </a:lnTo>
                <a:lnTo>
                  <a:pt x="1278679" y="161290"/>
                </a:lnTo>
                <a:lnTo>
                  <a:pt x="1282572" y="148844"/>
                </a:lnTo>
                <a:lnTo>
                  <a:pt x="1283208" y="143002"/>
                </a:lnTo>
                <a:lnTo>
                  <a:pt x="1283208" y="87249"/>
                </a:lnTo>
                <a:close/>
              </a:path>
              <a:path w="1283335" h="198120">
                <a:moveTo>
                  <a:pt x="1278643" y="34417"/>
                </a:moveTo>
                <a:lnTo>
                  <a:pt x="1232027" y="34417"/>
                </a:lnTo>
                <a:lnTo>
                  <a:pt x="1235456" y="43942"/>
                </a:lnTo>
                <a:lnTo>
                  <a:pt x="1235977" y="46862"/>
                </a:lnTo>
                <a:lnTo>
                  <a:pt x="1236090" y="47498"/>
                </a:lnTo>
                <a:lnTo>
                  <a:pt x="1236726" y="50419"/>
                </a:lnTo>
                <a:lnTo>
                  <a:pt x="1236726" y="65278"/>
                </a:lnTo>
                <a:lnTo>
                  <a:pt x="1282572" y="65278"/>
                </a:lnTo>
                <a:lnTo>
                  <a:pt x="1282572" y="58674"/>
                </a:lnTo>
                <a:lnTo>
                  <a:pt x="1283152" y="53340"/>
                </a:lnTo>
                <a:lnTo>
                  <a:pt x="1283208" y="52832"/>
                </a:lnTo>
                <a:lnTo>
                  <a:pt x="1282640" y="47498"/>
                </a:lnTo>
                <a:lnTo>
                  <a:pt x="1282572" y="46862"/>
                </a:lnTo>
                <a:lnTo>
                  <a:pt x="1278643" y="3441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13" descr="https://o.remove.bg/downloads/709ca2e6-708a-4e01-8ef9-b48a6740fafe/CNC-removebg-preview.png">
            <a:extLst>
              <a:ext uri="{FF2B5EF4-FFF2-40B4-BE49-F238E27FC236}">
                <a16:creationId xmlns:a16="http://schemas.microsoft.com/office/drawing/2014/main" id="{D1198E77-B8B7-397D-E2D1-3D57C752B4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4" t="23426" r="8942" b="17197"/>
          <a:stretch>
            <a:fillRect/>
          </a:stretch>
        </p:blipFill>
        <p:spPr bwMode="auto">
          <a:xfrm>
            <a:off x="10325735" y="0"/>
            <a:ext cx="1558290" cy="12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21">
            <a:extLst>
              <a:ext uri="{FF2B5EF4-FFF2-40B4-BE49-F238E27FC236}">
                <a16:creationId xmlns:a16="http://schemas.microsoft.com/office/drawing/2014/main" id="{DCC24435-F347-0B5E-64EF-E955A6ED7415}"/>
              </a:ext>
            </a:extLst>
          </p:cNvPr>
          <p:cNvSpPr txBox="1"/>
          <p:nvPr/>
        </p:nvSpPr>
        <p:spPr>
          <a:xfrm>
            <a:off x="2492501" y="2806909"/>
            <a:ext cx="6116002" cy="8641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altLang="en-US" sz="6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766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790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Agency FB</vt:lpstr>
      <vt:lpstr>Arial</vt:lpstr>
      <vt:lpstr>Calibri</vt:lpstr>
      <vt:lpstr>Calibri Light</vt:lpstr>
      <vt:lpstr>Roboto</vt:lpstr>
      <vt:lpstr>Roboto Slab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Shubda Lade</cp:lastModifiedBy>
  <cp:revision>14</cp:revision>
  <cp:lastPrinted>2026-02-05T17:10:06Z</cp:lastPrinted>
  <dcterms:created xsi:type="dcterms:W3CDTF">2025-03-05T09:03:55Z</dcterms:created>
  <dcterms:modified xsi:type="dcterms:W3CDTF">2026-02-05T17:11:41Z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AFB7084DC28343509F3CCDE9D6F78BC9_11</vt:lpwstr>
  </property>
  <property fmtid="{D5CDD505-2E9C-101B-9397-08002B2CF9AE}" pid="3" name="KSOProductBuildVer">
    <vt:lpwstr>1033-12.2.0.20323</vt:lpwstr>
  </property>
</Properties>
</file>